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Predicción de Ventas Retail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Data Science · Junio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228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Martin Basualdo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transacciones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2023 (Kaggle)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originales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075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transacciones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Venta Alta o Baja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ML supervisado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241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3075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(mediana)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clase 0 / 500 clase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 50/50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EDA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395728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23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nulos ni duplicados — dataset limpio desde el inicio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Outliers conservados: distribución multimodal del negocio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leakage corregido: Precio_Unitario eliminado de 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395728"/>
            <a:ext cx="4389120" cy="749808"/>
          </a:xfrm>
          <a:prstGeom prst="roundRect">
            <a:avLst>
              <a:gd name="adj" fmla="val 853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4231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con ColumnTransformer: RobustScaler + OneHotEncoder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Numéricas: Edad, Cantidad, Mes, DiaSemana, Trimestre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Categóricas: Género, Categoría Producto — codificadas OHE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— 6 Modelos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493008"/>
          <a:ext cx="5029200" cy="118872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640080"/>
                <a:gridCol w="822960"/>
                <a:gridCol w="640080"/>
              </a:tblGrid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F1-CV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Reg. Logística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39496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94960" y="3493008"/>
            <a:ext cx="356616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40680" y="3547872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35478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733288" y="35204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modelo: Reg. Logística (F1=0.62). Estructura casi lineal — modelos complejos no agregan valor.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394960" y="3895344"/>
            <a:ext cx="356616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40680" y="3950208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39502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733288" y="39227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~0.57–0.61: features disponibles tienen poder predictivo limitado.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394960" y="4297680"/>
            <a:ext cx="356616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440680" y="4352544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0680" y="43525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733288" y="432511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posible con feature engineering: historial, frecuencia y recencia del cliente.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Bootcamp Data Science · Dataset: Retail Sales (Kaggle) · Autor: Martin Basualdo · Junio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1 - Predicción de Ventas Retail</dc:title>
  <dc:subject>PptxGenJS Presentation</dc:subject>
  <dc:creator>PptxGenJS</dc:creator>
  <cp:lastModifiedBy>PptxGenJS</cp:lastModifiedBy>
  <cp:revision>1</cp:revision>
  <dcterms:created xsi:type="dcterms:W3CDTF">2026-06-09T02:35:42Z</dcterms:created>
  <dcterms:modified xsi:type="dcterms:W3CDTF">2026-06-09T02:35:42Z</dcterms:modified>
</cp:coreProperties>
</file>